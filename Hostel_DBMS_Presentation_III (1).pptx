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-III" id="{7840FCA7-0FCB-1623-22A2-5E0FE6F55E2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4615F-7662-4E9E-B87B-F3A8015461F7}" v="101" dt="2026-10-19T09:58:30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726F3-2B8E-48A6-9B96-65D7F21BC9E3}" type="datetimeFigureOut">
              <a:t>19/10/2026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F25A0-82E5-4CF2-9485-C901B024B23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6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3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FE6E8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003B46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11623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Hostel Accommodation &amp; Student Services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1069848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6E8"/>
                </a:solidFill>
              </a:rPr>
              <a:t>Presentation-III: Final Demonstration</a:t>
            </a:r>
            <a:endParaRPr lang="en-US" sz="1800" dirty="0"/>
          </a:p>
          <a:p>
            <a:r>
              <a:rPr lang="en-US" sz="1800">
                <a:solidFill>
                  <a:srgbClr val="CFE6E8"/>
                </a:solidFill>
              </a:rPr>
              <a:t>Name</a:t>
            </a:r>
            <a:r>
              <a:rPr lang="en-US"/>
              <a:t>: </a:t>
            </a:r>
            <a:r>
              <a:rPr lang="en-US" err="1"/>
              <a:t>Vallamkondu</a:t>
            </a:r>
            <a:r>
              <a:rPr lang="en-US"/>
              <a:t> Sai Jaideep   </a:t>
            </a:r>
            <a:r>
              <a:rPr lang="en-US" sz="1800">
                <a:solidFill>
                  <a:srgbClr val="CFE6E8"/>
                </a:solidFill>
              </a:rPr>
              <a:t>Roll no.: </a:t>
            </a:r>
            <a:r>
              <a:rPr lang="en-US"/>
              <a:t>25WU0101149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solidFill>
                  <a:srgbClr val="CFE6E8"/>
                </a:solidFill>
              </a:rPr>
              <a:t>Course: Database Management Systems (DBMS) </a:t>
            </a:r>
            <a:endParaRPr lang="en-US"/>
          </a:p>
          <a:p>
            <a:r>
              <a:rPr lang="en-US" sz="1800">
                <a:solidFill>
                  <a:srgbClr val="CFE6E8"/>
                </a:solidFill>
              </a:rPr>
              <a:t> Faculty: </a:t>
            </a:r>
            <a:r>
              <a:rPr lang="en-US"/>
              <a:t>Kiran Mayee </a:t>
            </a:r>
            <a:r>
              <a:rPr lang="en-US" err="1"/>
              <a:t>Adavala</a:t>
            </a:r>
            <a:r>
              <a:rPr lang="en-US"/>
              <a:t>   </a:t>
            </a:r>
          </a:p>
          <a:p>
            <a:r>
              <a:rPr lang="en-US" sz="1800">
                <a:solidFill>
                  <a:srgbClr val="CFE6E8"/>
                </a:solidFill>
              </a:rPr>
              <a:t>Year: 2026-27</a:t>
            </a:r>
            <a:endParaRPr lang="en-US" sz="1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Problem and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Paper registers cause duplicate records, lost fee data and slow complaint handling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Objective: one normalised MySQL database for staff, blocks, rooms, students, fees, complaints, mess and visitors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Web admin panel to insert, view and delete records in all 8 modules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SQL reports: room occupancy, unpaid fees, open complaints, mess revenue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ER Diagram: 8 Related Tables</a:t>
            </a:r>
            <a:endParaRPr lang="en-US" sz="2800" dirty="0"/>
          </a:p>
        </p:txBody>
      </p:sp>
      <p:pic>
        <p:nvPicPr>
          <p:cNvPr id="3" name="Image 0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5394960" cy="44819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4630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Staff 1:N Hostel_Block (warden)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Hostel_Block 1:N Room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Room 1:N Student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Student 1:N Fee_Payment, Complaint, Mess, Visitor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Schema is in 3NF; foreign keys keep data consistent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Technology and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Node.js v24.15.0, started with npm start (port 3000)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MySQL database; connection pool in config/db.js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HTML, CSS, JavaScript panel with sidebar for 8 modules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Parameterised queries (?) prevent SQL injection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Drop-downs filled from related tables enforce valid foreign keys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Staff and Hostel Block</a:t>
            </a:r>
            <a:endParaRPr lang="en-US" sz="2800" dirty="0"/>
          </a:p>
        </p:txBody>
      </p:sp>
      <p:pic>
        <p:nvPicPr>
          <p:cNvPr id="3" name="Image 0" descr="img/ui_sta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Staff: view + insert success message</a:t>
            </a:r>
            <a:endParaRPr lang="en-US" sz="1300" dirty="0"/>
          </a:p>
        </p:txBody>
      </p:sp>
      <p:pic>
        <p:nvPicPr>
          <p:cNvPr id="5" name="Image 1" descr="img/ui_blo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Hostel Block: view + warden drop-down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Room and Student</a:t>
            </a:r>
            <a:endParaRPr lang="en-US" sz="2800" dirty="0"/>
          </a:p>
        </p:txBody>
      </p:sp>
      <p:pic>
        <p:nvPicPr>
          <p:cNvPr id="3" name="Image 0" descr="img/ui_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Room: view + block and status drop-downs</a:t>
            </a:r>
            <a:endParaRPr lang="en-US" sz="1300" dirty="0"/>
          </a:p>
        </p:txBody>
      </p:sp>
      <p:pic>
        <p:nvPicPr>
          <p:cNvPr id="5" name="Image 1" descr="img/ui_stud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Student: view + room drop-down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Fee Payment and Complaint</a:t>
            </a:r>
            <a:endParaRPr lang="en-US" sz="2800" dirty="0"/>
          </a:p>
        </p:txBody>
      </p:sp>
      <p:pic>
        <p:nvPicPr>
          <p:cNvPr id="3" name="Image 0" descr="img/ui_f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Fee Payment: view with status</a:t>
            </a:r>
            <a:endParaRPr lang="en-US" sz="1300" dirty="0"/>
          </a:p>
        </p:txBody>
      </p:sp>
      <p:pic>
        <p:nvPicPr>
          <p:cNvPr id="5" name="Image 1" descr="img/ui_complai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Complaint: view with status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Mess and Visitor</a:t>
            </a:r>
            <a:endParaRPr lang="en-US" sz="2800" dirty="0"/>
          </a:p>
        </p:txBody>
      </p:sp>
      <p:pic>
        <p:nvPicPr>
          <p:cNvPr id="3" name="Image 0" descr="img/ui_m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Mess: view with meal plan</a:t>
            </a:r>
            <a:endParaRPr lang="en-US" sz="1300" dirty="0"/>
          </a:p>
        </p:txBody>
      </p:sp>
      <p:pic>
        <p:nvPicPr>
          <p:cNvPr id="5" name="Image 1" descr="img/ui_visi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A5E"/>
                </a:solidFill>
              </a:rPr>
              <a:t>Visitor: view with entry/exit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Insert Operation: Before and After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371600"/>
            <a:ext cx="5577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9AA7B8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3A2E"/>
                </a:solidFill>
              </a:rPr>
              <a:t>[Insert screenshot: form filled, BEFORE clicking Insert]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71600"/>
            <a:ext cx="5577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9AA7B8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3A2E"/>
                </a:solidFill>
              </a:rPr>
              <a:t>[Insert screenshot: AFTER insert, new row in table]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05E44-0C1C-02EF-8525-7A49B7EF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39683"/>
            <a:ext cx="5775436" cy="2917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ACEE5D-2DE0-E79A-4756-99DBDFB7F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889" y="1373432"/>
            <a:ext cx="5638801" cy="2781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BC44B0-A4EC-285B-9960-44BD6701E225}"/>
              </a:ext>
            </a:extLst>
          </p:cNvPr>
          <p:cNvSpPr txBox="1"/>
          <p:nvPr/>
        </p:nvSpPr>
        <p:spPr>
          <a:xfrm>
            <a:off x="1834119" y="4857507"/>
            <a:ext cx="698412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Calibri"/>
                <a:cs typeface="Calibri"/>
              </a:rPr>
              <a:t>Each row has </a:t>
            </a:r>
            <a:r>
              <a:rPr lang="en-US" sz="1600" dirty="0" err="1">
                <a:ea typeface="Calibri"/>
                <a:cs typeface="Calibri"/>
              </a:rPr>
              <a:t>a</a:t>
            </a:r>
            <a:r>
              <a:rPr lang="en-US" sz="1600" dirty="0">
                <a:ea typeface="Calibri"/>
                <a:cs typeface="Calibri"/>
              </a:rPr>
              <a:t> Insert button; the row appears in the table and in MySQL.</a:t>
            </a:r>
            <a:endParaRPr lang="en-GB" sz="1600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Delete Operation: Before and After</a:t>
            </a:r>
            <a:endParaRPr lang="en-US" sz="2800" dirty="0"/>
          </a:p>
        </p:txBody>
      </p:sp>
      <p:pic>
        <p:nvPicPr>
          <p:cNvPr id="3" name="Delete Before" descr="Staff table before delete: 5 ro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5577840" cy="1815333"/>
          </a:xfrm>
          <a:prstGeom prst="rect">
            <a:avLst/>
          </a:prstGeom>
          <a:ln w="12700">
            <a:solidFill>
              <a:srgbClr val="9AA7B8"/>
            </a:solidFill>
          </a:ln>
        </p:spPr>
      </p:pic>
      <p:sp>
        <p:nvSpPr>
          <p:cNvPr id="6" name="Caption Before"/>
          <p:cNvSpPr txBox="1"/>
          <p:nvPr/>
        </p:nvSpPr>
        <p:spPr>
          <a:xfrm>
            <a:off x="411480" y="3383280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46"/>
                </a:solidFill>
              </a:rPr>
              <a:t>Before: Staff table with 5 rows</a:t>
            </a:r>
          </a:p>
        </p:txBody>
      </p:sp>
      <p:pic>
        <p:nvPicPr>
          <p:cNvPr id="4" name="Delete After" descr="Staff table after delete: 4 row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577840" cy="1669360"/>
          </a:xfrm>
          <a:prstGeom prst="rect">
            <a:avLst/>
          </a:prstGeom>
          <a:ln w="12700">
            <a:solidFill>
              <a:srgbClr val="9AA7B8"/>
            </a:solidFill>
          </a:ln>
        </p:spPr>
      </p:pic>
      <p:sp>
        <p:nvSpPr>
          <p:cNvPr id="7" name="Caption After"/>
          <p:cNvSpPr txBox="1"/>
          <p:nvPr/>
        </p:nvSpPr>
        <p:spPr>
          <a:xfrm>
            <a:off x="6217920" y="3383280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46"/>
                </a:solidFill>
              </a:rPr>
              <a:t>After: row 5 deleted, 4 rows remain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322142" y="432395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B2E"/>
                </a:solidFill>
              </a:rPr>
              <a:t>Each row has a Delete button; the row disappears from the table and from MySQL.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Sample SQL Query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B46"/>
                </a:solidFill>
              </a:rPr>
              <a:t>Unpaid fees (JOIN)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03520" cy="1219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student_name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Divya Singh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42000.00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Overdue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Meera Joshi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45000.00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Sneha Iyer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42000.00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B46"/>
                </a:solidFill>
              </a:rPr>
              <a:t>Fees by status (GROUP BY)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03520" cy="1219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payments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total_amount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Overdue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42000.00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Paid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219000.00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87000.00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B46"/>
                </a:solidFill>
              </a:rPr>
              <a:t>Conclusion and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rgbClr val="1A2B2E"/>
                </a:solidFill>
              </a:rPr>
              <a:t>Normalised</a:t>
            </a:r>
            <a:r>
              <a:rPr lang="en-US" sz="1800" dirty="0">
                <a:solidFill>
                  <a:srgbClr val="1A2B2E"/>
                </a:solidFill>
              </a:rPr>
              <a:t> 8-table design with working insert, view and delete in every module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Future: edit option, form validation, DD-MM-YYYY dates, login roles, fee reminders, dashboard charts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800">
                <a:solidFill>
                  <a:srgbClr val="1A2B2E"/>
                </a:solidFill>
              </a:rPr>
              <a:t>Source code: </a:t>
            </a:r>
            <a:r>
              <a:rPr lang="en-US" dirty="0">
                <a:solidFill>
                  <a:srgbClr val="1A2B2E"/>
                </a:solidFill>
              </a:rPr>
              <a:t>https://github.com/jaideepvallamkondu-tech/DBMS-Course-Project</a:t>
            </a:r>
            <a:endParaRPr lang="en-US" sz="180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tel">
  <a:themeElements>
    <a:clrScheme name="Hostel">
      <a:dk1>
        <a:srgbClr val="1A2B2E"/>
      </a:dk1>
      <a:lt1>
        <a:srgbClr val="FFFFFF"/>
      </a:lt1>
      <a:dk2>
        <a:srgbClr val="003B46"/>
      </a:dk2>
      <a:lt2>
        <a:srgbClr val="F4F7F5"/>
      </a:lt2>
      <a:accent1>
        <a:srgbClr val="00838F"/>
      </a:accent1>
      <a:accent2>
        <a:srgbClr val="06C5A0"/>
      </a:accent2>
      <a:accent3>
        <a:srgbClr val="E8735A"/>
      </a:accent3>
      <a:accent4>
        <a:srgbClr val="7A8C90"/>
      </a:accent4>
      <a:accent5>
        <a:srgbClr val="2F6F8F"/>
      </a:accent5>
      <a:accent6>
        <a:srgbClr val="C9A227"/>
      </a:accent6>
      <a:hlink>
        <a:srgbClr val="00838F"/>
      </a:hlink>
      <a:folHlink>
        <a:srgbClr val="7A8C90"/>
      </a:folHlink>
    </a:clrScheme>
    <a:fontScheme name="Hos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Hostel</vt:lpstr>
      <vt:lpstr>Hostel Accommodation &amp; Student Services</vt:lpstr>
      <vt:lpstr>Problem and Objectives</vt:lpstr>
      <vt:lpstr>ER Diagram: 8 Related Tables</vt:lpstr>
      <vt:lpstr>Technology and Implementation</vt:lpstr>
      <vt:lpstr>UI Screens: Staff and Hostel Block</vt:lpstr>
      <vt:lpstr>UI Screens: Room and Student</vt:lpstr>
      <vt:lpstr>UI Screens: Fee Payment and Complaint</vt:lpstr>
      <vt:lpstr>UI Screens: Mess and Visitor</vt:lpstr>
      <vt:lpstr>Insert Operation: Before and After</vt:lpstr>
      <vt:lpstr>Delete Operation: Before and After</vt:lpstr>
      <vt:lpstr>Sample SQL Query Results</vt:lpstr>
      <vt:lpstr>Conclusion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34</cp:revision>
  <dcterms:created xsi:type="dcterms:W3CDTF">2026-10-07T16:20:29Z</dcterms:created>
  <dcterms:modified xsi:type="dcterms:W3CDTF">2026-10-19T09:59:28Z</dcterms:modified>
</cp:coreProperties>
</file>