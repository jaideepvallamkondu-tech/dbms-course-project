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-III" id="{7840fca7-0fcb-1623-22a2-5e0fe6f55e2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E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03B46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Hostel Accommodation &amp; Student Services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8"/>
                </a:solidFill>
              </a:rPr>
              <a:t>Presentation-III: Final Demonstration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6E8"/>
                </a:solidFill>
              </a:rPr>
              <a:t>Name: [your name]   Roll no.: [roll number]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6E8"/>
                </a:solidFill>
              </a:rPr>
              <a:t>Course: [course]   Faculty: [faculty name]   Year: [academic year]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Problem and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Paper registers cause duplicate records, lost fee data and slow complaint handling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Objective: one normalised MySQL database for staff, blocks, rooms, students, fees, complaints, mess and visitors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Web admin panel to insert, view and delete records in all 8 modules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SQL reports: room occupancy, unpaid fees, open complaints, mess revenue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ER Diagram: 8 Related Tables</a:t>
            </a:r>
            <a:endParaRPr lang="en-US" sz="2800" dirty="0"/>
          </a:p>
        </p:txBody>
      </p:sp>
      <p:pic>
        <p:nvPicPr>
          <p:cNvPr id="3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394960" cy="44819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4630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Staff 1:N Hostel_Block (warden)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Hostel_Block 1:N Room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Room 1:N Student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Student 1:N Fee_Payment, Complaint, Mess, Visitor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2B2E"/>
                </a:solidFill>
              </a:rPr>
              <a:t>Schema is in 3NF; foreign keys keep data consistent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Technology and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Node.js v24.15.0, started with npm start (port 3000)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MySQL database; connection pool in config/db.js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HTML, CSS, JavaScript panel with sidebar for 8 modules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Parameterised queries (?) prevent SQL injection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Drop-downs filled from related tables enforce valid foreign keys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Staff and Hostel Block</a:t>
            </a:r>
            <a:endParaRPr lang="en-US" sz="2800" dirty="0"/>
          </a:p>
        </p:txBody>
      </p:sp>
      <p:pic>
        <p:nvPicPr>
          <p:cNvPr id="3" name="Image 0" descr="img/ui_staf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Staff: view + insert success message</a:t>
            </a:r>
            <a:endParaRPr lang="en-US" sz="1300" dirty="0"/>
          </a:p>
        </p:txBody>
      </p:sp>
      <p:pic>
        <p:nvPicPr>
          <p:cNvPr id="5" name="Image 1" descr="img/ui_bloc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Hostel Block: view + warden drop-down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Room and Student</a:t>
            </a:r>
            <a:endParaRPr lang="en-US" sz="2800" dirty="0"/>
          </a:p>
        </p:txBody>
      </p:sp>
      <p:pic>
        <p:nvPicPr>
          <p:cNvPr id="3" name="Image 0" descr="img/ui_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Room: view + block and status drop-downs</a:t>
            </a:r>
            <a:endParaRPr lang="en-US" sz="1300" dirty="0"/>
          </a:p>
        </p:txBody>
      </p:sp>
      <p:pic>
        <p:nvPicPr>
          <p:cNvPr id="5" name="Image 1" descr="img/ui_stude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Student: view + room drop-down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Fee Payment and Complaint</a:t>
            </a:r>
            <a:endParaRPr lang="en-US" sz="2800" dirty="0"/>
          </a:p>
        </p:txBody>
      </p:sp>
      <p:pic>
        <p:nvPicPr>
          <p:cNvPr id="3" name="Image 0" descr="img/ui_f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Fee Payment: view with status</a:t>
            </a:r>
            <a:endParaRPr lang="en-US" sz="1300" dirty="0"/>
          </a:p>
        </p:txBody>
      </p:sp>
      <p:pic>
        <p:nvPicPr>
          <p:cNvPr id="5" name="Image 1" descr="img/ui_complai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Complaint: view with status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UI Screens: Mess and Visitor</a:t>
            </a:r>
            <a:endParaRPr lang="en-US" sz="2800" dirty="0"/>
          </a:p>
        </p:txBody>
      </p:sp>
      <p:pic>
        <p:nvPicPr>
          <p:cNvPr id="3" name="Image 0" descr="img/ui_m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37360"/>
            <a:ext cx="5577840" cy="26773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Mess: view with meal plan</a:t>
            </a:r>
            <a:endParaRPr lang="en-US" sz="1300" dirty="0"/>
          </a:p>
        </p:txBody>
      </p:sp>
      <p:pic>
        <p:nvPicPr>
          <p:cNvPr id="5" name="Image 1" descr="img/ui_visi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577840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446044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A5E"/>
                </a:solidFill>
              </a:rPr>
              <a:t>Visitor: view with entry/exit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Insert Operation: Before and After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371600"/>
            <a:ext cx="5577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9AA7B8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</a:rPr>
              <a:t>[Insert screenshot: form filled, BEFORE clicking Insert]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71600"/>
            <a:ext cx="5577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9AA7B8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</a:rPr>
              <a:t>[Insert screenshot: AFTER insert, new row in table]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29768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2E"/>
                </a:solidFill>
              </a:rPr>
              <a:t>Example: Staff module shows 'Record inserted successfully.' and the new row (staff_id 4) in the table. Repeat for other modules.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Delete Operation: Before and After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371600"/>
            <a:ext cx="5577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9AA7B8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</a:rPr>
              <a:t>[Insert screenshot: table BEFORE clicking Delete]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71600"/>
            <a:ext cx="5577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9AA7B8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</a:rPr>
              <a:t>[Insert screenshot: table AFTER deleting the row]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29768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2E"/>
                </a:solidFill>
              </a:rPr>
              <a:t>Each row has a Delete button; the row disappears from the table and from MySQL.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Sample SQL Query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46"/>
                </a:solidFill>
              </a:rPr>
              <a:t>Unpaid fees (JOIN)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03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student_name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Divya Singh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42000.00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Overdue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Meera Joshi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45000.00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Sneha Iyer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42000.00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46"/>
                </a:solidFill>
              </a:rPr>
              <a:t>Fees by status (GROUP BY)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payments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total_amount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Overdue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42000.00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Paid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219000.00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87000.00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</a:rPr>
              <a:t>Presentation-II query: [paste query and output here]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46"/>
                </a:solidFill>
              </a:rPr>
              <a:t>Conclusion and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Normalised 8-table design with working insert, view and delete in every module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Future: edit option, form validation, DD-MM-YYYY dates, login roles, fee reminders, dashboard charts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2B2E"/>
                </a:solidFill>
              </a:rPr>
              <a:t>Source code: [GitHub repository link]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tel">
  <a:themeElements>
    <a:clrScheme name="Hostel">
      <a:dk1>
        <a:srgbClr val="1A2B2E"/>
      </a:dk1>
      <a:lt1>
        <a:srgbClr val="FFFFFF"/>
      </a:lt1>
      <a:dk2>
        <a:srgbClr val="003B46"/>
      </a:dk2>
      <a:lt2>
        <a:srgbClr val="F4F7F5"/>
      </a:lt2>
      <a:accent1>
        <a:srgbClr val="00838F"/>
      </a:accent1>
      <a:accent2>
        <a:srgbClr val="06C5A0"/>
      </a:accent2>
      <a:accent3>
        <a:srgbClr val="E8735A"/>
      </a:accent3>
      <a:accent4>
        <a:srgbClr val="7A8C90"/>
      </a:accent4>
      <a:accent5>
        <a:srgbClr val="2F6F8F"/>
      </a:accent5>
      <a:accent6>
        <a:srgbClr val="C9A227"/>
      </a:accent6>
      <a:hlink>
        <a:srgbClr val="00838F"/>
      </a:hlink>
      <a:folHlink>
        <a:srgbClr val="7A8C90"/>
      </a:folHlink>
    </a:clrScheme>
    <a:fontScheme name="Hos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2026-10-07T16:20:29Z</dcterms:created>
  <dcterms:modified xsi:type="dcterms:W3CDTF">2026-10-07T16:20:29Z</dcterms:modified>
</cp:coreProperties>
</file>